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sldIdLst>
    <p:sldId id="256" r:id="rId5"/>
    <p:sldId id="2146847054" r:id="rId6"/>
    <p:sldId id="262" r:id="rId7"/>
    <p:sldId id="265" r:id="rId8"/>
    <p:sldId id="266" r:id="rId9"/>
    <p:sldId id="267" r:id="rId10"/>
    <p:sldId id="268" r:id="rId11"/>
    <p:sldId id="2146847055" r:id="rId12"/>
    <p:sldId id="269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hyperlink" Target="https://hemanthbinnala.github.io/Recipe-finder/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getting-started/introduction/" TargetMode="External"/><Relationship Id="rId2" Type="http://schemas.openxmlformats.org/officeDocument/2006/relationships/hyperlink" Target="https://github.com/NanthiniMoha/TNSDC-FWD-DIGITAL_PORTFOLIO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5" y="1477506"/>
            <a:ext cx="9883676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Interactive Recipe Finder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5647" y="3576484"/>
            <a:ext cx="9507091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000" dirty="0"/>
              <a:t>student name: Binnala Hemanth  </a:t>
            </a:r>
          </a:p>
          <a:p>
            <a:r>
              <a:rPr lang="en-IN" sz="2000" dirty="0"/>
              <a:t>College name: Aditya Institute of Technology and  Management</a:t>
            </a:r>
          </a:p>
          <a:p>
            <a:r>
              <a:rPr lang="en-IN" sz="2000" dirty="0"/>
              <a:t>Department :Computer Science Engineering Specializing in Data Science </a:t>
            </a:r>
            <a:endParaRPr lang="en-US" sz="2000" dirty="0"/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88" y="2108595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b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/>
              <a:t>The Challenge of Modern Recipe Discovery and Meal Planning</a:t>
            </a:r>
            <a:endParaRPr lang="en-US" sz="3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98E03-3E53-7EB4-ABFA-427CF1A83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88" y="3885045"/>
            <a:ext cx="109190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Ingredient Waste: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Cooks often abandon recipes or make time-consuming grocery trips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because they cannot easily find meals that utilize their existing pantry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Personalization: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search filters are often rigid and slow, failing to provide instant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customized suggestions that blend multiple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criteria (e.g., "Gluten-Free," "Under 30 Minutes," and "Use Chicken Thighs").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Fatigue: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sheer volume of static search results leads to overwhelm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unnecessary time spent sifting through irrelevant options instead of actively cooking.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7E705-F602-10E8-566D-3993BCFD14F3}"/>
              </a:ext>
            </a:extLst>
          </p:cNvPr>
          <p:cNvSpPr txBox="1"/>
          <p:nvPr/>
        </p:nvSpPr>
        <p:spPr>
          <a:xfrm>
            <a:off x="570271" y="37755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02D18-4DEC-E6B2-063B-1BC57C5A141A}"/>
              </a:ext>
            </a:extLst>
          </p:cNvPr>
          <p:cNvSpPr txBox="1"/>
          <p:nvPr/>
        </p:nvSpPr>
        <p:spPr>
          <a:xfrm>
            <a:off x="386274" y="2745574"/>
            <a:ext cx="24979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cooks face significant frustration and inefficiency when planning meals due to the inability of</a:t>
            </a:r>
          </a:p>
          <a:p>
            <a:r>
              <a:rPr lang="en-US" dirty="0"/>
              <a:t> current recipe platforms to dynamically account for on-hand ingredients, specific dietary constraints,</a:t>
            </a:r>
          </a:p>
          <a:p>
            <a:r>
              <a:rPr lang="en-US" dirty="0"/>
              <a:t> and limited cooking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95" y="132133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r>
              <a:rPr lang="en-IN" sz="3200" dirty="0"/>
              <a:t>Technology Stack &amp; Design Principles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47B10D-BA02-E027-46A1-3EB9B387A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6895" y="1851629"/>
            <a:ext cx="10429586" cy="5121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Core Frontend Technologies</a:t>
            </a:r>
          </a:p>
          <a:p>
            <a:r>
              <a:rPr lang="en-US" sz="1800" dirty="0"/>
              <a:t>HTML5: Serves as the foundational structure and semantic organization of the web application.</a:t>
            </a:r>
          </a:p>
          <a:p>
            <a:r>
              <a:rPr lang="en-US" sz="1800" dirty="0"/>
              <a:t>CSS3: Utilized for all styling, visual aesthetics, and implementing responsive layouts across all devices.</a:t>
            </a:r>
          </a:p>
          <a:p>
            <a:r>
              <a:rPr lang="en-US" sz="1800" dirty="0"/>
              <a:t>JavaScript (ES6+): Enables dynamic interactivity for key user functions, including</a:t>
            </a:r>
          </a:p>
          <a:p>
            <a:r>
              <a:rPr lang="en-US" sz="1800" dirty="0"/>
              <a:t> product filtering, shopping cart management, and real-time total calculations.</a:t>
            </a:r>
          </a:p>
          <a:p>
            <a:r>
              <a:rPr lang="en-US" sz="1800" b="1" dirty="0"/>
              <a:t>II. Design </a:t>
            </a:r>
          </a:p>
          <a:p>
            <a:r>
              <a:rPr lang="en-US" sz="1800" dirty="0"/>
              <a:t>User Interface (UI): Focused on a clean, intuitive, and user-friendly interface to maximize ease of use.</a:t>
            </a:r>
          </a:p>
          <a:p>
            <a:r>
              <a:rPr lang="en-US" sz="1800" dirty="0"/>
              <a:t>Mobile-First Design: Ensures the application is fully mobile-responsive,</a:t>
            </a:r>
          </a:p>
          <a:p>
            <a:r>
              <a:rPr lang="en-US" sz="1800" dirty="0"/>
              <a:t>providing an optimal viewing and interaction experience on smartphones and tablets.</a:t>
            </a:r>
          </a:p>
          <a:p>
            <a:r>
              <a:rPr lang="en-US" sz="1800" dirty="0"/>
              <a:t>Modular Separation: Adheres to best practices by maintaining distinct, separate files </a:t>
            </a:r>
          </a:p>
          <a:p>
            <a:r>
              <a:rPr lang="en-US" sz="1800" dirty="0"/>
              <a:t>for HTML (structure), CSS (style), and JavaScript (logic) for cleaner code and easier maintenance.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C2F500-B1BB-2469-2539-E00877D6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87" b="-1"/>
          <a:stretch>
            <a:fillRect/>
          </a:stretch>
        </p:blipFill>
        <p:spPr bwMode="auto">
          <a:xfrm>
            <a:off x="6547495" y="3530210"/>
            <a:ext cx="5490428" cy="287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039938-8A40-29EB-D6C8-0A3A30A5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494" y="702156"/>
            <a:ext cx="5490429" cy="28248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824021-0133-78B7-E801-888C6376B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78" y="1247546"/>
            <a:ext cx="5525346" cy="561045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1C308B09-BC52-D010-ABBC-2C148F69CA4E}"/>
              </a:ext>
            </a:extLst>
          </p:cNvPr>
          <p:cNvSpPr/>
          <p:nvPr/>
        </p:nvSpPr>
        <p:spPr>
          <a:xfrm>
            <a:off x="5971876" y="3828422"/>
            <a:ext cx="575618" cy="2929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5A3F79-E659-5E87-44CD-974DEF7BDBAE}"/>
              </a:ext>
            </a:extLst>
          </p:cNvPr>
          <p:cNvSpPr txBox="1"/>
          <p:nvPr/>
        </p:nvSpPr>
        <p:spPr>
          <a:xfrm>
            <a:off x="-108155" y="453643"/>
            <a:ext cx="7200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and Deployment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08" y="1587161"/>
            <a:ext cx="7146963" cy="3859910"/>
          </a:xfrm>
        </p:spPr>
        <p:txBody>
          <a:bodyPr>
            <a:normAutofit/>
          </a:bodyPr>
          <a:lstStyle/>
          <a:p>
            <a:pPr marL="305435" indent="-305435"/>
            <a:endParaRPr lang="en-US" sz="2800" b="1" dirty="0"/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6" name="20251003-1322-31.1522129">
            <a:hlinkClick r:id="" action="ppaction://media"/>
            <a:extLst>
              <a:ext uri="{FF2B5EF4-FFF2-40B4-BE49-F238E27FC236}">
                <a16:creationId xmlns:a16="http://schemas.microsoft.com/office/drawing/2014/main" id="{BC28FEB9-D121-1984-F7B3-95992504EA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3708" y="1367805"/>
            <a:ext cx="7729242" cy="4122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51953-DE43-FC14-9E53-8630DD58E663}"/>
              </a:ext>
            </a:extLst>
          </p:cNvPr>
          <p:cNvSpPr txBox="1"/>
          <p:nvPr/>
        </p:nvSpPr>
        <p:spPr>
          <a:xfrm>
            <a:off x="904352" y="6159640"/>
            <a:ext cx="616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hub link</a:t>
            </a:r>
            <a:r>
              <a:rPr lang="en-US" dirty="0">
                <a:hlinkClick r:id="rId5"/>
              </a:rPr>
              <a:t>: https://hemanthbinnala.github.io/Recipe-finder/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8DAC41-3D23-A9EC-9363-5C52B40B9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360" y="2208464"/>
            <a:ext cx="3852069" cy="323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57" y="1232452"/>
            <a:ext cx="11887485" cy="5398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The Problem Solved</a:t>
            </a:r>
          </a:p>
          <a:p>
            <a:r>
              <a:rPr lang="en-US" sz="1800" dirty="0"/>
              <a:t>The complexity and cost of traditional e-commerce solutions currently prevent small</a:t>
            </a:r>
          </a:p>
          <a:p>
            <a:r>
              <a:rPr lang="en-US" sz="1800" dirty="0"/>
              <a:t> businesses from establishing effective online product displays.</a:t>
            </a:r>
          </a:p>
          <a:p>
            <a:r>
              <a:rPr lang="en-US" sz="1800" dirty="0"/>
              <a:t>The Solution's Impact</a:t>
            </a:r>
          </a:p>
          <a:p>
            <a:r>
              <a:rPr lang="en-US" sz="1800" dirty="0"/>
              <a:t>Empowerment: We deliver a lightweight, visually appealing, and </a:t>
            </a:r>
          </a:p>
          <a:p>
            <a:r>
              <a:rPr lang="en-US" sz="1800" dirty="0"/>
              <a:t>cost-effective platform that instantly empowers small businesses to showcase their products digitally.</a:t>
            </a:r>
          </a:p>
          <a:p>
            <a:r>
              <a:rPr lang="en-US" sz="1800" dirty="0"/>
              <a:t>Customer Experience: The use of JavaScript-driven interactivity </a:t>
            </a:r>
          </a:p>
          <a:p>
            <a:r>
              <a:rPr lang="en-US" sz="1800" dirty="0"/>
              <a:t>filtering, real-time cart) ensures a modern, user-friendly, and engaging customer browsing experience.</a:t>
            </a:r>
          </a:p>
          <a:p>
            <a:r>
              <a:rPr lang="en-US" sz="1800" dirty="0"/>
              <a:t>Final Takeaway</a:t>
            </a:r>
          </a:p>
          <a:p>
            <a:r>
              <a:rPr lang="en-US" sz="1800" dirty="0"/>
              <a:t>By focusing on simplicity, modularity, and essential frontend technologies, our solution bridges</a:t>
            </a:r>
          </a:p>
          <a:p>
            <a:r>
              <a:rPr lang="en-US" sz="1800" dirty="0"/>
              <a:t> the digital gap, allowing small businesses to compete effectively online without the burden of complexity or high fees.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34F224-4AA0-CB45-7156-5485779AB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0552" y="1653646"/>
            <a:ext cx="11399852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Persistent Data Storage: Implement local storage (Browser-based) or a simple, </a:t>
            </a:r>
          </a:p>
          <a:p>
            <a:r>
              <a:rPr lang="en-US" sz="1800" dirty="0"/>
              <a:t>free Backend-as-a-Service (BaaS) like Firebase or </a:t>
            </a:r>
            <a:r>
              <a:rPr lang="en-US" sz="1800" dirty="0" err="1"/>
              <a:t>Supabase</a:t>
            </a:r>
            <a:r>
              <a:rPr lang="en-US" sz="1800" dirty="0"/>
              <a:t> to save cart data and product updates permanently.</a:t>
            </a:r>
          </a:p>
          <a:p>
            <a:r>
              <a:rPr lang="en-US" sz="1800" dirty="0"/>
              <a:t>Simple Authentication: Introduce basic user sign-in/sign-up, enabling features </a:t>
            </a:r>
          </a:p>
          <a:p>
            <a:r>
              <a:rPr lang="en-US" sz="1800" dirty="0"/>
              <a:t>like saving Wishlist's and tracking order history (if an order process is added).</a:t>
            </a:r>
          </a:p>
          <a:p>
            <a:r>
              <a:rPr lang="en-US" sz="1800" dirty="0"/>
              <a:t>Advanced Filtering: Extend product filtering beyond category to include Price Range sliders </a:t>
            </a:r>
          </a:p>
          <a:p>
            <a:r>
              <a:rPr lang="en-US" sz="1800" dirty="0"/>
              <a:t>and Multi-select attribute filters (e.g., color, size, material).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Reference-1</a:t>
            </a:r>
          </a:p>
          <a:p>
            <a:pPr marL="0" indent="0">
              <a:buNone/>
            </a:pPr>
            <a:r>
              <a:rPr lang="en-IN" sz="2400" b="1" dirty="0"/>
              <a:t>Mozilla Developer Network (MDN) Web Docs</a:t>
            </a:r>
            <a:endParaRPr lang="en-IN" sz="2400" b="1" dirty="0">
              <a:solidFill>
                <a:srgbClr val="0F0F0F"/>
              </a:solidFill>
              <a:ea typeface="+mn-lt"/>
              <a:cs typeface="+mn-lt"/>
            </a:endParaRPr>
          </a:p>
          <a:p>
            <a:pPr marL="305435" indent="-305435"/>
            <a:r>
              <a:rPr lang="en-IN" sz="2400" dirty="0">
                <a:hlinkClick r:id="rId2"/>
              </a:rPr>
              <a:t>NanthiniMoha/TNSDC-FWD-DIGITAL_PORTFOLIO</a:t>
            </a:r>
            <a:endParaRPr lang="en-IN" sz="2400" dirty="0"/>
          </a:p>
          <a:p>
            <a:pPr marL="305435" indent="-305435"/>
            <a:r>
              <a:rPr lang="en-US" sz="2400" dirty="0">
                <a:hlinkClick r:id="rId3"/>
              </a:rPr>
              <a:t>Get started with Bootstrap · Bootstrap v5.3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9162bd5b-4ed9-4da3-b376-05204580ba3f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0fa2617-96bd-425d-8578-e93563fe37c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96</TotalTime>
  <Words>596</Words>
  <Application>Microsoft Office PowerPoint</Application>
  <PresentationFormat>Widescreen</PresentationFormat>
  <Paragraphs>70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Project title: Interactive Recipe Finder</vt:lpstr>
      <vt:lpstr>OUTLINE</vt:lpstr>
      <vt:lpstr>Problem Statement: The Challenge of Modern Recipe Discovery and Meal Planning</vt:lpstr>
      <vt:lpstr>System  Approach Technology Stack &amp; Design Principles</vt:lpstr>
      <vt:lpstr>Problem Statement: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binnalaheman@gmail.com</cp:lastModifiedBy>
  <cp:revision>47</cp:revision>
  <dcterms:created xsi:type="dcterms:W3CDTF">2021-05-26T16:50:10Z</dcterms:created>
  <dcterms:modified xsi:type="dcterms:W3CDTF">2025-10-03T16:18:07Z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